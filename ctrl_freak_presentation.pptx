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49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trl-freak-i4bs.onrender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drive/folders/1wmZxGkPwe2-vRl53FMmFS2jAORf5doLc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</a:t>
            </a:r>
            <a:r>
              <a:rPr lang="en-US" sz="6000" b="1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</a:t>
            </a:r>
            <a:r>
              <a:rPr lang="en-US" sz="60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freak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Video Pipeline for the Qoneqt Global Feed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Qoneqt × CTRL FREAK — AI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 &amp; ID: 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[Team Name &amp; ID]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Name: 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[College Name]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in  →  script, visuals, voice, edit  →  publish-ready 9:16 video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&amp; the Gap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 video demand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709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Communities and creators must publish short-form video every day to stay visible.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86584"/>
            <a:ext cx="7863840" cy="0"/>
          </a:xfrm>
          <a:prstGeom prst="line">
            <a:avLst/>
          </a:prstGeom>
          <a:noFill/>
          <a:ln w="9525">
            <a:solidFill>
              <a:srgbClr val="2E2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328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is the bottleneck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91693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Scripting, shooting and editing take hours per video — plus paid tools and editing skill.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93592"/>
            <a:ext cx="7863840" cy="0"/>
          </a:xfrm>
          <a:prstGeom prst="line">
            <a:avLst/>
          </a:prstGeom>
          <a:noFill/>
          <a:ln w="9525">
            <a:solidFill>
              <a:srgbClr val="2E25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398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AI tools are one-off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12394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generate a single clip or a draft; a human still assembles, formats and publishes.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7863840" cy="0"/>
          </a:xfrm>
          <a:prstGeom prst="line">
            <a:avLst/>
          </a:prstGeom>
          <a:noFill/>
          <a:ln w="9525">
            <a:solidFill>
              <a:srgbClr val="2E2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9469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5330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repeatable pipeline that ends with a platform-formatted, publish-ready video.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052560" y="1463040"/>
            <a:ext cx="2606040" cy="3566160"/>
          </a:xfrm>
          <a:prstGeom prst="roundRect">
            <a:avLst>
              <a:gd name="adj" fmla="val 4912"/>
            </a:avLst>
          </a:prstGeom>
          <a:solidFill>
            <a:srgbClr val="1D1738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19659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9189720" y="32461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expectations —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production capacity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measured in hours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ctrl_freak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any topic — get a publish-ready 9:16 video in </a:t>
            </a:r>
            <a:r>
              <a:rPr lang="en-US" sz="2600" b="1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3 minutes.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5A48C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060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2606040"/>
            <a:ext cx="292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41448" y="260604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5A48C2"/>
          </a:solidFill>
          <a:ln/>
        </p:spPr>
      </p:sp>
      <p:sp>
        <p:nvSpPr>
          <p:cNvPr id="8" name="Text 6"/>
          <p:cNvSpPr/>
          <p:nvPr/>
        </p:nvSpPr>
        <p:spPr>
          <a:xfrm>
            <a:off x="2441448" y="26060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41648" y="2606040"/>
            <a:ext cx="292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34256" y="260604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5A48C2"/>
          </a:solidFill>
          <a:ln/>
        </p:spPr>
      </p:sp>
      <p:sp>
        <p:nvSpPr>
          <p:cNvPr id="11" name="Text 9"/>
          <p:cNvSpPr/>
          <p:nvPr/>
        </p:nvSpPr>
        <p:spPr>
          <a:xfrm>
            <a:off x="4334256" y="26060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34456" y="2606040"/>
            <a:ext cx="292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27064" y="260604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5A48C2"/>
          </a:solidFill>
          <a:ln/>
        </p:spPr>
      </p:sp>
      <p:sp>
        <p:nvSpPr>
          <p:cNvPr id="14" name="Text 12"/>
          <p:cNvSpPr/>
          <p:nvPr/>
        </p:nvSpPr>
        <p:spPr>
          <a:xfrm>
            <a:off x="6227064" y="26060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27264" y="2606040"/>
            <a:ext cx="292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19872" y="260604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5A48C2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26060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20072" y="2606040"/>
            <a:ext cx="292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12680" y="260604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5A48C2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2680" y="26060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Qoneqt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beats existing tools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3575304" cy="1920240"/>
          </a:xfrm>
          <a:prstGeom prst="roundRect">
            <a:avLst>
              <a:gd name="adj" fmla="val 5714"/>
            </a:avLst>
          </a:prstGeom>
          <a:solidFill>
            <a:srgbClr val="1D173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tool-hopping: script, visuals, voice and edit run as one automated pipeline.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06824" y="4114800"/>
            <a:ext cx="3575304" cy="1920240"/>
          </a:xfrm>
          <a:prstGeom prst="roundRect">
            <a:avLst>
              <a:gd name="adj" fmla="val 5714"/>
            </a:avLst>
          </a:prstGeom>
          <a:solidFill>
            <a:srgbClr val="1D1738"/>
          </a:solidFill>
          <a:ln/>
        </p:spPr>
      </p:sp>
      <p:sp>
        <p:nvSpPr>
          <p:cNvPr id="26" name="Text 24"/>
          <p:cNvSpPr/>
          <p:nvPr/>
        </p:nvSpPr>
        <p:spPr>
          <a:xfrm>
            <a:off x="4535424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Repeatable at scale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35424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job queue turns ANY topic into a video — not one-off generations.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65008" y="4114800"/>
            <a:ext cx="3575304" cy="1920240"/>
          </a:xfrm>
          <a:prstGeom prst="roundRect">
            <a:avLst>
              <a:gd name="adj" fmla="val 5714"/>
            </a:avLst>
          </a:prstGeom>
          <a:solidFill>
            <a:srgbClr val="1D1738"/>
          </a:solidFill>
          <a:ln/>
        </p:spPr>
      </p:sp>
      <p:sp>
        <p:nvSpPr>
          <p:cNvPr id="29" name="Text 27"/>
          <p:cNvSpPr/>
          <p:nvPr/>
        </p:nvSpPr>
        <p:spPr>
          <a:xfrm>
            <a:off x="8293608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Platform-ready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93608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is a vertical 9:16 MP4 with captions and voiceover — publish as-is.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ctrl_freak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D1738"/>
          </a:solidFill>
          <a:ln w="9525">
            <a:solidFill>
              <a:srgbClr val="2E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1344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1792" y="1700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UI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48840" y="12344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41448" y="12344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D1738"/>
          </a:solidFill>
          <a:ln w="9525">
            <a:solidFill>
              <a:srgbClr val="2E2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344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Engine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14600" y="1700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NVIDIA GLM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41648" y="12344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34256" y="12344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D1738"/>
          </a:solidFill>
          <a:ln w="9525">
            <a:solidFill>
              <a:srgbClr val="2E2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1344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Engine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07408" y="1700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34456" y="12344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27064" y="12344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D1738"/>
          </a:solidFill>
          <a:ln w="9525">
            <a:solidFill>
              <a:srgbClr val="2E2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344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Engine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0216" y="1700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edge-tts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27264" y="12344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19872" y="12344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D1738"/>
          </a:solidFill>
          <a:ln w="9525">
            <a:solidFill>
              <a:srgbClr val="2E2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3024" y="1344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93024" y="1700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FFmpeg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20072" y="12344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012680" y="123444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D1738"/>
          </a:solidFill>
          <a:ln w="9525">
            <a:solidFill>
              <a:srgbClr val="2E25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85832" y="1344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Qoneqt Feed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085832" y="1700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9:16 MP4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310896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— web UI with live job status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— FastAPI + background worker queue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— NVIDIA GLM (script) · FLUX (visuals) · edge-tts (voice)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— JSON manifests + MP4 artifacts per stage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83680" y="310896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· FastAPI · uvicorn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NVIDIA APIs — GLM + FLUX endpoints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edge-tts · FFmpeg · Pillow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· Render (free tier)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stage writes a JSON manifest — the next stage consumes measured values, not guesses.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ctrl_freak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7C5C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98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3258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automation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166420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prompt in; a finished, captioned, narrated video out — zero manual editing.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25880" y="22494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Repeatable at scale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6334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job queue renders any topic continuously — the brief's core requirement.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7C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25880" y="3218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Duration-fitted voiceover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360273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Neural TTS re-times itself until the narration fits every scene.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7C5C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325880" y="41879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Reproducible by design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25880" y="45720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seeds and JSON manifests between every stage.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7550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7C5C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75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325880" y="51572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Zero-cost shipping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25880" y="554126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Built, deployed and running entirely on free tiers.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ctrl_freak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Feasibility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benefits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75564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Creators, community admins, students, small brands — anyone without an editing team.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78608"/>
            <a:ext cx="6400800" cy="0"/>
          </a:xfrm>
          <a:prstGeom prst="line">
            <a:avLst/>
          </a:prstGeom>
          <a:noFill/>
          <a:ln w="9525">
            <a:solidFill>
              <a:srgbClr val="2E2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impact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17296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to publish-ready video in about 3 minutes; consistent daily posting without an editor.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995928"/>
            <a:ext cx="6400800" cy="0"/>
          </a:xfrm>
          <a:prstGeom prst="line">
            <a:avLst/>
          </a:prstGeom>
          <a:noFill/>
          <a:ln w="9525">
            <a:solidFill>
              <a:srgbClr val="2E25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59028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 + worker architecture; every stage is an independent, swappable service.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98080" y="1371600"/>
            <a:ext cx="4114800" cy="1965960"/>
          </a:xfrm>
          <a:prstGeom prst="roundRect">
            <a:avLst>
              <a:gd name="adj" fmla="val 6512"/>
            </a:avLst>
          </a:prstGeom>
          <a:solidFill>
            <a:srgbClr val="1D173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6002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635240" y="2651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marginal cost per video 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stack runs on free tiers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3611880"/>
            <a:ext cx="4114800" cy="1554480"/>
          </a:xfrm>
          <a:prstGeom prst="roundRect">
            <a:avLst>
              <a:gd name="adj" fmla="val 8235"/>
            </a:avLst>
          </a:prstGeom>
          <a:solidFill>
            <a:srgbClr val="1D1738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37947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63524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on Render today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Feasibility: Docker-reproducible — one image rebuilds the entire service anywhere.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ctrl_freak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&amp; 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 live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7C5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https://ctrl-freak-i4bs.onrender.com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(free tier — the first request wakes the service in about a minute)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10916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39" y="45948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concept — </a:t>
            </a:r>
            <a:r>
              <a:rPr lang="en-US" sz="2000" b="1" dirty="0">
                <a:solidFill>
                  <a:srgbClr val="FFC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shipped product: </a:t>
            </a:r>
            <a:r>
              <a:rPr lang="en-US" sz="2000" b="1" dirty="0">
                <a:solidFill>
                  <a:srgbClr val="EA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topic in, a publish-ready Qoneqt video out.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5256597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should be selected: every challenge requirement — pipeline, live deployment, open repo, real distribution on the Qoneqt Global Feed — is already checked.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ctrl_freak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9E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7DAB38-5828-27FF-CAC7-5E6F17D77083}"/>
              </a:ext>
            </a:extLst>
          </p:cNvPr>
          <p:cNvSpPr txBox="1"/>
          <p:nvPr/>
        </p:nvSpPr>
        <p:spPr>
          <a:xfrm>
            <a:off x="548639" y="2924877"/>
            <a:ext cx="107321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Drive Link for Screenshots :</a:t>
            </a:r>
          </a:p>
          <a:p>
            <a:r>
              <a:rPr lang="en-IN" sz="2000" dirty="0">
                <a:solidFill>
                  <a:schemeClr val="bg1"/>
                </a:solidFill>
                <a:hlinkClick r:id="rId4"/>
              </a:rPr>
              <a:t>https://drive.google.com/drive/folders/1wmZxGkPwe2-vRl53FMmFS2jAORf5doLc?usp=sharing</a:t>
            </a:r>
            <a:endParaRPr lang="en-IN" sz="2000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628</Words>
  <Application>Microsoft Office PowerPoint</Application>
  <PresentationFormat>Widescreen</PresentationFormat>
  <Paragraphs>128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ctrl_freak — AI Video Pipeline for the Qoneqt Global Feed</dc:title>
  <dc:subject>PptxGenJS Presentation</dc:subject>
  <dc:creator>Anjal Rami</dc:creator>
  <cp:lastModifiedBy>Anjal Rami</cp:lastModifiedBy>
  <cp:revision>2</cp:revision>
  <dcterms:created xsi:type="dcterms:W3CDTF">2026-09-30T10:57:48Z</dcterms:created>
  <dcterms:modified xsi:type="dcterms:W3CDTF">2026-09-30T11:29:39Z</dcterms:modified>
</cp:coreProperties>
</file>